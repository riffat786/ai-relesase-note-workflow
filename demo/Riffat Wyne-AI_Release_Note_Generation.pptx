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114E19-9C31-4466-9AB7-090F16B084CA}" v="9" dt="2026-07-03T09:45:26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78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7.png"/><Relationship Id="rId7" Type="http://schemas.openxmlformats.org/officeDocument/2006/relationships/hyperlink" Target="https://getingegroup-my.sharepoint.com/:v:/g/personal/riffat_wyne_getinge_com/IQCtgGEqApL1Q4vFpE7_6ifXAevd-MngQ2bSH6vrmEaRZwE?e=Wa1cK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hyperlink" Target="file:///C:\Users\ibrah\Documents\twtaiworkshop\Demo%20-%20AI%20release%20note%20generation.mp4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554480"/>
            <a:ext cx="3566160" cy="3566160"/>
          </a:xfrm>
          <a:prstGeom prst="ellipse">
            <a:avLst/>
          </a:prstGeom>
          <a:solidFill>
            <a:srgbClr val="2A9D8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0" y="-960120"/>
            <a:ext cx="2377440" cy="2377440"/>
          </a:xfrm>
          <a:prstGeom prst="ellipse">
            <a:avLst/>
          </a:prstGeom>
          <a:solidFill>
            <a:srgbClr val="2A9D8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3840480"/>
            <a:ext cx="2743200" cy="2743200"/>
          </a:xfrm>
          <a:prstGeom prst="ellipse">
            <a:avLst/>
          </a:prstGeom>
          <a:solidFill>
            <a:srgbClr val="2A9D8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PROOF OF CONCEPT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Release Note Generation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2926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release notes with AI agents — while people stay in control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5216" y="3675888"/>
            <a:ext cx="13716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July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Riffat Wyne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Release Notes Are Hard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assemble release notes by hand from scattered engineering detail — it is slow, repetitive, and uneven in quality.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1810512" cy="2395728"/>
          </a:xfrm>
          <a:prstGeom prst="roundRect">
            <a:avLst>
              <a:gd name="adj" fmla="val 404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350008"/>
            <a:ext cx="749808" cy="74980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28" y="2552456"/>
            <a:ext cx="344912" cy="344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2278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Extraction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and case numbers are pulled by hand from Azure DevOps and ServiceNow.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33472" y="2084832"/>
            <a:ext cx="1810512" cy="2395728"/>
          </a:xfrm>
          <a:prstGeom prst="roundRect">
            <a:avLst>
              <a:gd name="adj" fmla="val 404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63824" y="2350008"/>
            <a:ext cx="749808" cy="74980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272" y="2552456"/>
            <a:ext cx="344912" cy="344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32278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Work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798064" y="365760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drafting and rewriting happens with every release, over and over.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00016" y="2084832"/>
            <a:ext cx="1810512" cy="2395728"/>
          </a:xfrm>
          <a:prstGeom prst="roundRect">
            <a:avLst>
              <a:gd name="adj" fmla="val 404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230368" y="2350008"/>
            <a:ext cx="749808" cy="74980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816" y="2552456"/>
            <a:ext cx="344912" cy="344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9744" y="32278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Gathering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864608" y="365760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down the right technical detail eats up a large share of each cycle.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66560" y="2084832"/>
            <a:ext cx="1810512" cy="2395728"/>
          </a:xfrm>
          <a:prstGeom prst="roundRect">
            <a:avLst>
              <a:gd name="adj" fmla="val 404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296912" y="2350008"/>
            <a:ext cx="749808" cy="74980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360" y="2552456"/>
            <a:ext cx="344912" cy="344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76288" y="32278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Quality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931152" y="365760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vary from release to release, and important technical detail often goes missing.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66928" y="4759452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Riffat Wyne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Human-in-the-Loop Proof of Concept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replace technical writers. It is to take the repetitive work off their plate while people stay responsible for review and publication.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3867912" cy="1481328"/>
          </a:xfrm>
          <a:prstGeom prst="roundRect">
            <a:avLst>
              <a:gd name="adj" fmla="val 4938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340864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724912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and normalizes release data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clear, customer-friendly notes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its own draft for quality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2121408"/>
            <a:ext cx="3867912" cy="1481328"/>
          </a:xfrm>
          <a:prstGeom prst="roundRect">
            <a:avLst>
              <a:gd name="adj" fmla="val 4938"/>
            </a:avLst>
          </a:prstGeom>
          <a:solidFill>
            <a:srgbClr val="E8F5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2340864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keep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01768" y="2724912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of every draft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 before publishing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for accuracy and tone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1141171" cy="384048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4114800"/>
            <a:ext cx="11411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54403" y="4114800"/>
            <a:ext cx="738835" cy="384048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54403" y="4114800"/>
            <a:ext cx="738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39542" y="4114800"/>
            <a:ext cx="738835" cy="384048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39542" y="4114800"/>
            <a:ext cx="738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24682" y="4114800"/>
            <a:ext cx="980237" cy="384048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24682" y="4114800"/>
            <a:ext cx="980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1222" y="4114800"/>
            <a:ext cx="738835" cy="384048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1222" y="4114800"/>
            <a:ext cx="738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36362" y="4114800"/>
            <a:ext cx="819302" cy="384048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36362" y="4114800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01968" y="4114800"/>
            <a:ext cx="899770" cy="384048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01968" y="4114800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759452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Tickets to a Published Note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move a release from scattered source data to a human-approved, published note.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47318" y="2093976"/>
            <a:ext cx="841248" cy="84124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5" y="2321113"/>
            <a:ext cx="386974" cy="386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081528"/>
            <a:ext cx="16020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2648" y="3392424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&amp; ServiceNow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653" y="239572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49347" y="2093976"/>
            <a:ext cx="841248" cy="84124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6484" y="2321113"/>
            <a:ext cx="386974" cy="3869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68957" y="3081528"/>
            <a:ext cx="16020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2214677" y="3392424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analyze, write, review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682" y="2395728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151376" y="2093976"/>
            <a:ext cx="841248" cy="84124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513" y="2321113"/>
            <a:ext cx="386974" cy="38697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70986" y="3081528"/>
            <a:ext cx="16020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816706" y="3392424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Markdown outputs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710" y="2395728"/>
            <a:ext cx="237744" cy="23774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753405" y="2093976"/>
            <a:ext cx="841248" cy="8412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542" y="2321113"/>
            <a:ext cx="386974" cy="38697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73014" y="3081528"/>
            <a:ext cx="16020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418734" y="3392424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Writer, SME, approval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39" y="2395728"/>
            <a:ext cx="237744" cy="23774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355434" y="2093976"/>
            <a:ext cx="841248" cy="841248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2571" y="2321113"/>
            <a:ext cx="386974" cy="38697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75043" y="3081528"/>
            <a:ext cx="16020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7020763" y="3392424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Document360</a:t>
            </a:r>
            <a:endParaRPr lang="en-US" sz="1050" dirty="0"/>
          </a:p>
        </p:txBody>
      </p:sp>
      <p:sp>
        <p:nvSpPr>
          <p:cNvPr id="29" name="Shape 18"/>
          <p:cNvSpPr/>
          <p:nvPr/>
        </p:nvSpPr>
        <p:spPr>
          <a:xfrm>
            <a:off x="1024128" y="4224528"/>
            <a:ext cx="146304" cy="14630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9"/>
          <p:cNvSpPr/>
          <p:nvPr/>
        </p:nvSpPr>
        <p:spPr>
          <a:xfrm>
            <a:off x="1225296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AI-performed step</a:t>
            </a:r>
            <a:endParaRPr lang="en-US" sz="1050" dirty="0"/>
          </a:p>
        </p:txBody>
      </p:sp>
      <p:sp>
        <p:nvSpPr>
          <p:cNvPr id="31" name="Shape 20"/>
          <p:cNvSpPr/>
          <p:nvPr/>
        </p:nvSpPr>
        <p:spPr>
          <a:xfrm>
            <a:off x="3493008" y="4224528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1"/>
          <p:cNvSpPr/>
          <p:nvPr/>
        </p:nvSpPr>
        <p:spPr>
          <a:xfrm>
            <a:off x="3694176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Human-performed step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566928" y="4759452"/>
            <a:ext cx="7964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 				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Agents, One Job 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does a single task. That keeps the workflow modular, easy to test, and simple to swap for live integrations later.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1441094" cy="237744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0003" y="2340864"/>
            <a:ext cx="694944" cy="69494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638" y="2528499"/>
            <a:ext cx="319674" cy="3196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3182112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4944" y="3566160"/>
            <a:ext cx="1185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the raw work items, bugs, and metadata for the release.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09190" y="2084832"/>
            <a:ext cx="1441094" cy="237744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82266" y="2340864"/>
            <a:ext cx="694944" cy="69494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900" y="2528499"/>
            <a:ext cx="319674" cy="3196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7206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300630" y="3182112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337206" y="3566160"/>
            <a:ext cx="1185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changes, judges customer impact, and sets priority.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51453" y="2084832"/>
            <a:ext cx="1441094" cy="237744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224528" y="2340864"/>
            <a:ext cx="694944" cy="69494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163" y="2528499"/>
            <a:ext cx="319674" cy="3196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9469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3942893" y="3182112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79469" y="3566160"/>
            <a:ext cx="1185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analysis into clear, customer-friendly release notes.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93715" y="2084832"/>
            <a:ext cx="1441094" cy="237744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866790" y="2340864"/>
            <a:ext cx="694944" cy="69494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4425" y="2528499"/>
            <a:ext cx="319674" cy="3196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1731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5585155" y="3182112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621731" y="3566160"/>
            <a:ext cx="1185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draft for quality, consistency, and completeness.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135978" y="2084832"/>
            <a:ext cx="1441094" cy="2377440"/>
          </a:xfrm>
          <a:prstGeom prst="roundRect">
            <a:avLst>
              <a:gd name="adj" fmla="val 5711"/>
            </a:avLst>
          </a:prstGeom>
          <a:solidFill>
            <a:srgbClr val="E8F5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509053" y="2340864"/>
            <a:ext cx="694944" cy="69494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6688" y="2528499"/>
            <a:ext cx="319674" cy="3196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63994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7227418" y="3182112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Generator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263994" y="3566160"/>
            <a:ext cx="1185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template and metadata to prepare the Document360 draft.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66928" y="4759452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Agent Leaves a Traceable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writes a file the next step reads — so any note can be traced back to the data it came from.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484986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2157984"/>
            <a:ext cx="1302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7" y="24688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81635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collected-release-data.json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3072384"/>
            <a:ext cx="1375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770" y="261518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8218" y="2011680"/>
            <a:ext cx="1484986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89658" y="2157984"/>
            <a:ext cx="1302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406" y="24688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53082" y="281635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analyzed-release.json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2253082" y="3072384"/>
            <a:ext cx="1375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data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059" y="2615184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829507" y="2011680"/>
            <a:ext cx="1484986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3920947" y="2157984"/>
            <a:ext cx="1302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46888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4371" y="281635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release-notes.md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3884371" y="3072384"/>
            <a:ext cx="1375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content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349" y="2615184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460797" y="2011680"/>
            <a:ext cx="1484986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5552237" y="2157984"/>
            <a:ext cx="1302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86" y="246888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15661" y="281635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review-report.md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5515661" y="3072384"/>
            <a:ext cx="1375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report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638" y="2615184"/>
            <a:ext cx="164592" cy="16459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092086" y="2011680"/>
            <a:ext cx="1484986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7183526" y="2157984"/>
            <a:ext cx="1302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Gen.</a:t>
            </a:r>
            <a:endParaRPr lang="en-US" sz="12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75" y="2468880"/>
            <a:ext cx="292608" cy="2926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46950" y="281635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document360-draft.md</a:t>
            </a:r>
            <a:endParaRPr lang="en-US" sz="800" dirty="0"/>
          </a:p>
        </p:txBody>
      </p:sp>
      <p:sp>
        <p:nvSpPr>
          <p:cNvPr id="33" name="Text 22"/>
          <p:cNvSpPr/>
          <p:nvPr/>
        </p:nvSpPr>
        <p:spPr>
          <a:xfrm>
            <a:off x="7146950" y="3072384"/>
            <a:ext cx="1375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Document360 draft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566928" y="3794760"/>
            <a:ext cx="8010144" cy="841248"/>
          </a:xfrm>
          <a:prstGeom prst="roundRect">
            <a:avLst>
              <a:gd name="adj" fmla="val 8696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4"/>
          <p:cNvSpPr/>
          <p:nvPr/>
        </p:nvSpPr>
        <p:spPr>
          <a:xfrm>
            <a:off x="877824" y="3959352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097609"/>
            <a:ext cx="235549" cy="235549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572768" y="3941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&amp; approval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1572768" y="4233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Writer  →  SME  →  Approval  →  Publish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>
            <a:off x="5376672" y="3794760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publishes. A person signs off every note.</a:t>
            </a:r>
            <a:endParaRPr lang="en-US" sz="1100" dirty="0"/>
          </a:p>
        </p:txBody>
      </p:sp>
      <p:sp>
        <p:nvSpPr>
          <p:cNvPr id="40" name="Text 28"/>
          <p:cNvSpPr/>
          <p:nvPr/>
        </p:nvSpPr>
        <p:spPr>
          <a:xfrm>
            <a:off x="566928" y="475945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ORGANIZED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Repository Built to Extend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prompting, reusable knowledge, and generated artifacts each live in their own place — so the solution stays easy to maintain and grow.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824228" cy="2286000"/>
          </a:xfrm>
          <a:prstGeom prst="roundRect">
            <a:avLst>
              <a:gd name="adj" fmla="val 401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404872"/>
            <a:ext cx="621792" cy="621792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36" y="2572756"/>
            <a:ext cx="286024" cy="286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145536"/>
            <a:ext cx="14584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45643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  ·  prompts/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9808" y="3730752"/>
            <a:ext cx="14584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actions that drive each step of the workflow.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28900" y="2212848"/>
            <a:ext cx="1824228" cy="2286000"/>
          </a:xfrm>
          <a:prstGeom prst="roundRect">
            <a:avLst>
              <a:gd name="adj" fmla="val 401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20924" y="2404872"/>
            <a:ext cx="621792" cy="621792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808" y="2572756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11780" y="3145536"/>
            <a:ext cx="14584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Knowledge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11780" y="345643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811780" y="3730752"/>
            <a:ext cx="14584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guides, templates, and checklists that shape how the AI drafts.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90872" y="2212848"/>
            <a:ext cx="1824228" cy="2286000"/>
          </a:xfrm>
          <a:prstGeom prst="roundRect">
            <a:avLst>
              <a:gd name="adj" fmla="val 401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882896" y="2404872"/>
            <a:ext cx="621792" cy="621792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780" y="2572756"/>
            <a:ext cx="286024" cy="286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73752" y="3145536"/>
            <a:ext cx="14584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73752" y="345643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73752" y="3730752"/>
            <a:ext cx="14584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Azure DevOps and ServiceNow inputs for the proof of concept.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52844" y="2212848"/>
            <a:ext cx="1824228" cy="2286000"/>
          </a:xfrm>
          <a:prstGeom prst="roundRect">
            <a:avLst>
              <a:gd name="adj" fmla="val 401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944868" y="2404872"/>
            <a:ext cx="621792" cy="621792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752" y="2572756"/>
            <a:ext cx="286024" cy="2860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35724" y="3145536"/>
            <a:ext cx="14584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Artifacts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935724" y="345643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935724" y="3730752"/>
            <a:ext cx="14584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and publishing artifact, kept separate for a clean audit trail.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66928" y="4759452"/>
            <a:ext cx="7956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Assists, People Decide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draft reaches a customer without human sign-off. Every release passes through five review gates.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74750" y="1819656"/>
            <a:ext cx="786384" cy="78638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074" y="2031980"/>
            <a:ext cx="361737" cy="3617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0238" y="1801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43200"/>
            <a:ext cx="1602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145536"/>
            <a:ext cx="14557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draft, checks clarity and tone, edits and refines.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373" y="2112264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76779" y="1819656"/>
            <a:ext cx="786384" cy="78638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9103" y="2031980"/>
            <a:ext cx="361737" cy="3617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52267" y="1801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168957" y="2743200"/>
            <a:ext cx="1602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242109" y="3145536"/>
            <a:ext cx="14557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technical accuracy, confirms feature detail and impact.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402" y="2112264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178808" y="1819656"/>
            <a:ext cx="786384" cy="78638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1132" y="2031980"/>
            <a:ext cx="361737" cy="36173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54296" y="1801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3770986" y="2743200"/>
            <a:ext cx="1602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Approval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844138" y="3145536"/>
            <a:ext cx="14557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review, compliance and metadata checks, approval to publish.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430" y="2112264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780837" y="1819656"/>
            <a:ext cx="786384" cy="78638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160" y="2031980"/>
            <a:ext cx="361737" cy="36173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6325" y="1801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373014" y="2743200"/>
            <a:ext cx="1602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446166" y="3145536"/>
            <a:ext cx="14557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 the right category with tags, version, and audience set.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459" y="2112264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382866" y="1819656"/>
            <a:ext cx="786384" cy="786384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5189" y="2031980"/>
            <a:ext cx="361737" cy="361737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858354" y="1801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6975043" y="2743200"/>
            <a:ext cx="1602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7048195" y="3145536"/>
            <a:ext cx="14557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internal teams and customers and shares release highlights.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566928" y="4059936"/>
            <a:ext cx="8010144" cy="603504"/>
          </a:xfrm>
          <a:prstGeom prst="roundRect">
            <a:avLst>
              <a:gd name="adj" fmla="val 12121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841248" y="4059936"/>
            <a:ext cx="7461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principle:  </a:t>
            </a: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prepares the content. People own quality and approval — every note is reviewed before it reaches a customer.</a:t>
            </a:r>
            <a:endParaRPr lang="en-US" sz="1150" dirty="0"/>
          </a:p>
        </p:txBody>
      </p:sp>
      <p:sp>
        <p:nvSpPr>
          <p:cNvPr id="36" name="Text 25"/>
          <p:cNvSpPr/>
          <p:nvPr/>
        </p:nvSpPr>
        <p:spPr>
          <a:xfrm>
            <a:off x="566928" y="4759452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Safeguards Running Throughout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capabilities apply across every stage — not just at the end — keeping the workflow safe, traceable, and ready to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441094" cy="228600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9147" y="2478024"/>
            <a:ext cx="676656" cy="676656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844" y="2660721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10128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Audit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" y="3730752"/>
            <a:ext cx="11850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and output is logged for full traceability.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09190" y="2212848"/>
            <a:ext cx="1441094" cy="228600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91410" y="2478024"/>
            <a:ext cx="676656" cy="676656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107" y="2660721"/>
            <a:ext cx="311262" cy="311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00630" y="3310128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337206" y="3730752"/>
            <a:ext cx="11850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prompts, skills, and templates are versioned in GitHub.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51453" y="2212848"/>
            <a:ext cx="1441094" cy="228600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233672" y="2478024"/>
            <a:ext cx="676656" cy="676656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369" y="2660721"/>
            <a:ext cx="311262" cy="311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42893" y="3310128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979469" y="3730752"/>
            <a:ext cx="11850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connect later through MCP with no redesign.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93715" y="2212848"/>
            <a:ext cx="1441094" cy="228600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75934" y="2478024"/>
            <a:ext cx="676656" cy="676656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8632" y="2660721"/>
            <a:ext cx="311262" cy="3112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85155" y="3310128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21731" y="3730752"/>
            <a:ext cx="11850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and access control are enforced throughout.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35978" y="2212848"/>
            <a:ext cx="1441094" cy="2286000"/>
          </a:xfrm>
          <a:prstGeom prst="roundRect">
            <a:avLst>
              <a:gd name="adj" fmla="val 5711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518197" y="2478024"/>
            <a:ext cx="676656" cy="676656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0894" y="2660721"/>
            <a:ext cx="311262" cy="3112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27418" y="3310128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263994" y="3730752"/>
            <a:ext cx="11850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reviews, approvals, and publication (future).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66928" y="475945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Data Source Changes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workflow is modular, swapping mock data for live systems needs no redesign — the same five agents keep running.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3593592" cy="1920240"/>
          </a:xfrm>
          <a:prstGeom prst="roundRect">
            <a:avLst>
              <a:gd name="adj" fmla="val 4286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34086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PROOF OF CONCEPT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2761488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Azure DevOps data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ServiceNow data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release-note template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2121408"/>
            <a:ext cx="3593592" cy="1920240"/>
          </a:xfrm>
          <a:prstGeom prst="roundRect">
            <a:avLst>
              <a:gd name="adj" fmla="val 4286"/>
            </a:avLst>
          </a:prstGeom>
          <a:solidFill>
            <a:srgbClr val="E8F5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57800" y="234086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LIVE SYSTEMS VIA MCP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94376" y="2761488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Azure DevOps (MCP)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ServiceNow (MCP)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Document360 (MCP)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98648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66928" y="4114800"/>
            <a:ext cx="8010144" cy="530352"/>
          </a:xfrm>
          <a:prstGeom prst="roundRect">
            <a:avLst>
              <a:gd name="adj" fmla="val 13793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" y="4114800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 AI agents  ·  no change to agent logic or workflow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7" y="4759452"/>
            <a:ext cx="790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Proof of Concept to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456688" cy="2651760"/>
          </a:xfrm>
          <a:prstGeom prst="roundRect">
            <a:avLst>
              <a:gd name="adj" fmla="val 3350"/>
            </a:avLst>
          </a:prstGeom>
          <a:solidFill>
            <a:srgbClr val="E8F5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536" y="1965960"/>
            <a:ext cx="1908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" y="2404872"/>
            <a:ext cx="731520" cy="73152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602382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264408"/>
            <a:ext cx="1908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648456"/>
            <a:ext cx="1908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with five working agents, skills, prompts, and commands.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052" y="291693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43656" y="1691640"/>
            <a:ext cx="2456688" cy="2651760"/>
          </a:xfrm>
          <a:prstGeom prst="roundRect">
            <a:avLst>
              <a:gd name="adj" fmla="val 335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636264" y="1965960"/>
            <a:ext cx="1908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544824" y="2404872"/>
            <a:ext cx="731520" cy="73152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334" y="2602382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6264" y="3264408"/>
            <a:ext cx="1908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Integrations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636264" y="3648456"/>
            <a:ext cx="1908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DevOps, ServiceNow, and Document360 via MCP, plus GitHub Actions.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780" y="291693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0384" y="1691640"/>
            <a:ext cx="2456688" cy="2651760"/>
          </a:xfrm>
          <a:prstGeom prst="roundRect">
            <a:avLst>
              <a:gd name="adj" fmla="val 3350"/>
            </a:avLst>
          </a:prstGeom>
          <a:solidFill>
            <a:srgbClr val="EEF1F3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6412992" y="1965960"/>
            <a:ext cx="1908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321552" y="2404872"/>
            <a:ext cx="731520" cy="73152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062" y="2602382"/>
            <a:ext cx="336499" cy="33649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12992" y="3264408"/>
            <a:ext cx="1908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Enterprise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412992" y="3648456"/>
            <a:ext cx="1908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releases, automated draft creation, and notification workflows.</a:t>
            </a:r>
            <a:endParaRPr lang="en-US" sz="1150" dirty="0"/>
          </a:p>
        </p:txBody>
      </p:sp>
      <p:sp>
        <p:nvSpPr>
          <p:cNvPr id="24" name="Shape 17">
            <a:hlinkClick r:id="rId7"/>
          </p:cNvPr>
          <p:cNvSpPr/>
          <p:nvPr/>
        </p:nvSpPr>
        <p:spPr>
          <a:xfrm>
            <a:off x="6617643" y="659674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1235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1963" y="787690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84571" y="65053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the demo video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7" name="Text 19"/>
          <p:cNvSpPr/>
          <p:nvPr/>
        </p:nvSpPr>
        <p:spPr>
          <a:xfrm>
            <a:off x="566928" y="4759452"/>
            <a:ext cx="7956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Note Generation  ·  Capstone Project						 Riffat Wyne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834640"/>
            <a:ext cx="3291840" cy="3291840"/>
          </a:xfrm>
          <a:prstGeom prst="ellipse">
            <a:avLst/>
          </a:prstGeom>
          <a:solidFill>
            <a:srgbClr val="2A9D8F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822960" y="3474720"/>
            <a:ext cx="2011680" cy="2011680"/>
          </a:xfrm>
          <a:prstGeom prst="ellipse">
            <a:avLst/>
          </a:prstGeom>
          <a:solidFill>
            <a:srgbClr val="2A9D8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makes people faster,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redundant.”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85216" y="2606040"/>
            <a:ext cx="13716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285292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High-quality, customer-facing release notes — generated with AI efficiency and delivered under human oversight.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CAPSTONE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Riffat Wyne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1139</Words>
  <Application>Microsoft Office PowerPoint</Application>
  <PresentationFormat>Skærmshow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Release Note Generation</dc:title>
  <dc:subject>PptxGenJS Presentation</dc:subject>
  <dc:creator>Riffat Wyne</dc:creator>
  <cp:lastModifiedBy>riffat wyne</cp:lastModifiedBy>
  <cp:revision>4</cp:revision>
  <dcterms:created xsi:type="dcterms:W3CDTF">2026-07-02T15:31:33Z</dcterms:created>
  <dcterms:modified xsi:type="dcterms:W3CDTF">2026-07-03T11:28:13Z</dcterms:modified>
</cp:coreProperties>
</file>